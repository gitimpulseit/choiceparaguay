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3" r:id="rId4"/>
    <p:sldId id="274" r:id="rId5"/>
    <p:sldId id="275" r:id="rId6"/>
    <p:sldId id="276" r:id="rId7"/>
    <p:sldId id="278" r:id="rId8"/>
    <p:sldId id="279" r:id="rId9"/>
    <p:sldId id="277" r:id="rId10"/>
    <p:sldId id="261" r:id="rId11"/>
  </p:sldIdLst>
  <p:sldSz cx="12192000" cy="6858000"/>
  <p:notesSz cx="6858000" cy="9144000"/>
  <p:defaultTextStyle>
    <a:defPPr>
      <a:defRPr lang="es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D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56152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05695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550886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08490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38572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89947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9125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58509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09884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71138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00978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78100-D76F-41E1-9BA8-26732B342682}" type="datetimeFigureOut">
              <a:rPr lang="es-PY" smtClean="0"/>
              <a:t>14/1/2026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EA432-2216-454B-8A14-D4247C8EBBBE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48444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choiceparaguay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434" y="2238233"/>
            <a:ext cx="6402035" cy="23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2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121563" y="565316"/>
            <a:ext cx="36614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DOMINIO choiceparaguay.com</a:t>
            </a:r>
            <a:endParaRPr lang="en-US" sz="2000" b="1" dirty="0"/>
          </a:p>
        </p:txBody>
      </p:sp>
      <p:sp>
        <p:nvSpPr>
          <p:cNvPr id="7" name="Rectángulo 6"/>
          <p:cNvSpPr/>
          <p:nvPr/>
        </p:nvSpPr>
        <p:spPr>
          <a:xfrm>
            <a:off x="1121563" y="1523677"/>
            <a:ext cx="541020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PANTALLA PRINCIPAL</a:t>
            </a:r>
          </a:p>
          <a:p>
            <a:endParaRPr lang="es-ES" sz="2000" dirty="0" smtClean="0"/>
          </a:p>
          <a:p>
            <a:r>
              <a:rPr lang="es-ES" sz="2000" dirty="0" smtClean="0"/>
              <a:t>Logo </a:t>
            </a:r>
            <a:r>
              <a:rPr lang="es-ES" sz="2000" dirty="0"/>
              <a:t>CHOICE </a:t>
            </a:r>
            <a:r>
              <a:rPr lang="es-ES" sz="2000" dirty="0" smtClean="0"/>
              <a:t>PARAGUAY</a:t>
            </a:r>
          </a:p>
          <a:p>
            <a:endParaRPr lang="es-ES" sz="2000" dirty="0"/>
          </a:p>
          <a:p>
            <a:r>
              <a:rPr lang="es-ES" sz="2000" dirty="0" smtClean="0"/>
              <a:t>Nos especializamos en ofrecer los proyectos inmobiliarios más importantes de Paraguay y en ayudarte a encontrar tu inversión ideal</a:t>
            </a:r>
          </a:p>
          <a:p>
            <a:endParaRPr lang="es-ES" sz="2000" dirty="0"/>
          </a:p>
          <a:p>
            <a:r>
              <a:rPr lang="es-ES" sz="2000" b="1" dirty="0">
                <a:solidFill>
                  <a:srgbClr val="FF0000"/>
                </a:solidFill>
              </a:rPr>
              <a:t>+ de USD 4.000.000 en venta de propiedades</a:t>
            </a:r>
          </a:p>
          <a:p>
            <a:endParaRPr lang="es-ES" sz="2000" dirty="0"/>
          </a:p>
          <a:p>
            <a:r>
              <a:rPr lang="es-ES" sz="2000" dirty="0" smtClean="0">
                <a:solidFill>
                  <a:srgbClr val="FF0000"/>
                </a:solidFill>
              </a:rPr>
              <a:t>(Logo WhatsApp y link) </a:t>
            </a:r>
          </a:p>
          <a:p>
            <a:r>
              <a:rPr lang="es-ES" sz="2000" dirty="0" smtClean="0"/>
              <a:t>¡</a:t>
            </a:r>
            <a:r>
              <a:rPr lang="es-ES" sz="2000" dirty="0" err="1" smtClean="0"/>
              <a:t>Contactanos</a:t>
            </a:r>
            <a:r>
              <a:rPr lang="es-ES" sz="2000" dirty="0" smtClean="0"/>
              <a:t>! 0985429202</a:t>
            </a:r>
          </a:p>
          <a:p>
            <a:r>
              <a:rPr lang="es-ES" sz="2000" dirty="0" smtClean="0"/>
              <a:t>wa.me/595985429202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6593311" y="1523677"/>
            <a:ext cx="46637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PESTAÑAS DENTRO DE LA PÁGINA</a:t>
            </a:r>
          </a:p>
          <a:p>
            <a:endParaRPr lang="es-ES" sz="2000" b="1" dirty="0"/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/>
              <a:t>¿Quiénes somos?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/>
              <a:t>Inversiones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 err="1" smtClean="0"/>
              <a:t>Rentals</a:t>
            </a:r>
            <a:r>
              <a:rPr lang="es-ES" sz="2000" dirty="0" smtClean="0"/>
              <a:t> </a:t>
            </a:r>
            <a:r>
              <a:rPr lang="es-ES" sz="2000" dirty="0" err="1" smtClean="0"/>
              <a:t>Choice</a:t>
            </a:r>
            <a:r>
              <a:rPr lang="es-ES" sz="2000" dirty="0" smtClean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 smtClean="0"/>
              <a:t>Contacto </a:t>
            </a:r>
          </a:p>
        </p:txBody>
      </p:sp>
    </p:spTree>
    <p:extLst>
      <p:ext uri="{BB962C8B-B14F-4D97-AF65-F5344CB8AC3E}">
        <p14:creationId xmlns:p14="http://schemas.microsoft.com/office/powerpoint/2010/main" val="348480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928133" y="867867"/>
            <a:ext cx="491128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1. ¿QUIENES SOMOS?</a:t>
            </a:r>
          </a:p>
          <a:p>
            <a:endParaRPr lang="es-ES" sz="2000" b="1" dirty="0"/>
          </a:p>
          <a:p>
            <a:endParaRPr lang="es-ES" sz="2000" b="1" dirty="0" smtClean="0"/>
          </a:p>
          <a:p>
            <a:r>
              <a:rPr lang="es-ES" sz="2000" dirty="0"/>
              <a:t>Somos un equipo de profesionales comprometidos con crear conexiones sólidas, facilitar oportunidades de inversión y brindar asesoría personalizada a cada </a:t>
            </a:r>
            <a:r>
              <a:rPr lang="es-ES" sz="2000" dirty="0" smtClean="0"/>
              <a:t>cliente</a:t>
            </a:r>
          </a:p>
          <a:p>
            <a:endParaRPr lang="es-ES" sz="2000" dirty="0"/>
          </a:p>
          <a:p>
            <a:r>
              <a:rPr lang="es-ES" sz="2000" dirty="0" smtClean="0"/>
              <a:t>Liderado </a:t>
            </a:r>
            <a:r>
              <a:rPr lang="es-ES" sz="2000" dirty="0"/>
              <a:t>por su </a:t>
            </a:r>
            <a:r>
              <a:rPr lang="es-ES" sz="2000" dirty="0" smtClean="0"/>
              <a:t>Directora</a:t>
            </a:r>
            <a:r>
              <a:rPr lang="es-ES" sz="2000" dirty="0"/>
              <a:t>, Soledad Villagra, quien cuenta con más de 10 años de experiencia en el sector financiero y se desempeña en el ámbito inmobiliario desde 2015, donde consolidó su capacidad para brindar un asesoramiento estratégico y ayudar a sus clientes a tomar las mejores decisiones de </a:t>
            </a:r>
            <a:r>
              <a:rPr lang="es-ES" sz="2000" dirty="0" smtClean="0"/>
              <a:t>inversión</a:t>
            </a:r>
            <a:endParaRPr lang="es-E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445" y="1616628"/>
            <a:ext cx="2345586" cy="351923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640" y="1616628"/>
            <a:ext cx="2345586" cy="3519237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8730639" y="5261097"/>
            <a:ext cx="24151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 smtClean="0"/>
              <a:t>Soledad Villagra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(link a su WhatsApp)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0983400202</a:t>
            </a:r>
          </a:p>
        </p:txBody>
      </p:sp>
    </p:spTree>
    <p:extLst>
      <p:ext uri="{BB962C8B-B14F-4D97-AF65-F5344CB8AC3E}">
        <p14:creationId xmlns:p14="http://schemas.microsoft.com/office/powerpoint/2010/main" val="114028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584404" y="533763"/>
            <a:ext cx="82686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¿QUIENES SOMOS? </a:t>
            </a:r>
            <a:r>
              <a:rPr lang="es-ES" sz="2000" b="1" dirty="0" smtClean="0">
                <a:solidFill>
                  <a:srgbClr val="FF0000"/>
                </a:solidFill>
              </a:rPr>
              <a:t>(continuación) </a:t>
            </a:r>
          </a:p>
          <a:p>
            <a:endParaRPr lang="es-ES" sz="2000" b="1" dirty="0"/>
          </a:p>
          <a:p>
            <a:r>
              <a:rPr lang="es-ES" sz="2000" dirty="0" smtClean="0"/>
              <a:t>Soledad está acompañada </a:t>
            </a:r>
            <a:r>
              <a:rPr lang="es-ES" sz="2000" dirty="0"/>
              <a:t>por un equipo que </a:t>
            </a:r>
            <a:r>
              <a:rPr lang="es-ES" sz="2000" dirty="0" smtClean="0"/>
              <a:t>comparte la </a:t>
            </a:r>
            <a:r>
              <a:rPr lang="es-ES" sz="2000" dirty="0"/>
              <a:t>misma pasión por el servicio, la excelencia y el acompañamiento personalizado en cada </a:t>
            </a:r>
            <a:r>
              <a:rPr lang="es-ES" sz="2000" dirty="0" smtClean="0"/>
              <a:t>proyecto</a:t>
            </a:r>
            <a:endParaRPr lang="es-ES" sz="2000" b="1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784" y="2147637"/>
            <a:ext cx="1762274" cy="264405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212" y="2147638"/>
            <a:ext cx="1762274" cy="264405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054" y="2147638"/>
            <a:ext cx="1762274" cy="264405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404" y="2147638"/>
            <a:ext cx="1762274" cy="2644055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2086357" y="4953369"/>
            <a:ext cx="26439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 smtClean="0"/>
              <a:t>Jazmin Von </a:t>
            </a:r>
            <a:r>
              <a:rPr lang="es-ES" sz="2000" dirty="0" err="1" smtClean="0"/>
              <a:t>Poleski</a:t>
            </a:r>
            <a:endParaRPr lang="es-ES" sz="2000" dirty="0" smtClean="0"/>
          </a:p>
          <a:p>
            <a:pPr algn="ctr"/>
            <a:r>
              <a:rPr lang="es-ES" sz="2000" dirty="0" smtClean="0"/>
              <a:t>Asesora de Inversiones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(link a su WhatsApp)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0985429202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6740528" y="4953369"/>
            <a:ext cx="25617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 err="1" smtClean="0"/>
              <a:t>Noemi</a:t>
            </a:r>
            <a:r>
              <a:rPr lang="es-ES" sz="2000" dirty="0" smtClean="0"/>
              <a:t> Romero</a:t>
            </a:r>
          </a:p>
          <a:p>
            <a:pPr algn="ctr"/>
            <a:r>
              <a:rPr lang="es-ES" sz="2000" dirty="0" smtClean="0"/>
              <a:t>Asesora de Inversiones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(link a su WhatsApp)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0983421202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3130784" y="6292266"/>
            <a:ext cx="51758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Podes elegir nomas cual foto queda mejor</a:t>
            </a:r>
          </a:p>
        </p:txBody>
      </p:sp>
    </p:spTree>
    <p:extLst>
      <p:ext uri="{BB962C8B-B14F-4D97-AF65-F5344CB8AC3E}">
        <p14:creationId xmlns:p14="http://schemas.microsoft.com/office/powerpoint/2010/main" val="58434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928133" y="867867"/>
            <a:ext cx="30371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2. INVERSIONES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1842533" y="1667967"/>
            <a:ext cx="303719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Proyectos </a:t>
            </a:r>
            <a:r>
              <a:rPr lang="es-ES" sz="2000" b="1" dirty="0"/>
              <a:t>en Pozo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Aires de </a:t>
            </a:r>
            <a:r>
              <a:rPr lang="es-ES" sz="2000" dirty="0" smtClean="0"/>
              <a:t>Gaulle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 smtClean="0"/>
              <a:t>VTower</a:t>
            </a:r>
            <a:r>
              <a:rPr lang="es-ES" sz="2000" dirty="0" smtClean="0"/>
              <a:t> </a:t>
            </a:r>
            <a:r>
              <a:rPr lang="es-ES" sz="2000" dirty="0" err="1" smtClean="0"/>
              <a:t>Boggiani</a:t>
            </a:r>
            <a:endParaRPr lang="es-E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smtClean="0"/>
              <a:t>V </a:t>
            </a:r>
            <a:r>
              <a:rPr lang="es-ES" sz="2000" dirty="0"/>
              <a:t>Tower </a:t>
            </a:r>
            <a:r>
              <a:rPr lang="es-ES" sz="2000" dirty="0" smtClean="0"/>
              <a:t>Recoleta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smtClean="0"/>
              <a:t>V </a:t>
            </a:r>
            <a:r>
              <a:rPr lang="es-ES" sz="2000" dirty="0"/>
              <a:t>Tower </a:t>
            </a:r>
            <a:r>
              <a:rPr lang="es-ES" sz="2000" dirty="0" smtClean="0"/>
              <a:t>Fernando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smtClean="0"/>
              <a:t>V </a:t>
            </a:r>
            <a:r>
              <a:rPr lang="es-ES" sz="2000" dirty="0"/>
              <a:t>Tower Del </a:t>
            </a:r>
            <a:r>
              <a:rPr lang="es-ES" sz="2000" dirty="0" smtClean="0"/>
              <a:t>Lago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smtClean="0"/>
              <a:t>V </a:t>
            </a:r>
            <a:r>
              <a:rPr lang="es-ES" sz="2000" dirty="0"/>
              <a:t>Tower </a:t>
            </a:r>
            <a:r>
              <a:rPr lang="es-ES" sz="2000" dirty="0" smtClean="0"/>
              <a:t>Riviera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smtClean="0"/>
              <a:t>Solana </a:t>
            </a:r>
            <a:r>
              <a:rPr lang="es-ES" sz="2000" dirty="0"/>
              <a:t>1 y </a:t>
            </a:r>
            <a:r>
              <a:rPr lang="es-ES" sz="2000" dirty="0" smtClean="0"/>
              <a:t>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smtClean="0"/>
              <a:t>Narciso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 smtClean="0"/>
              <a:t>Hype</a:t>
            </a:r>
            <a:endParaRPr lang="es-E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 smtClean="0"/>
              <a:t>Civis</a:t>
            </a:r>
            <a:r>
              <a:rPr lang="es-ES" sz="2000" dirty="0" smtClean="0"/>
              <a:t> </a:t>
            </a:r>
            <a:r>
              <a:rPr lang="es-ES" sz="2000" dirty="0"/>
              <a:t>X, XI y </a:t>
            </a:r>
            <a:r>
              <a:rPr lang="es-ES" sz="2000" dirty="0" err="1" smtClean="0"/>
              <a:t>Aether</a:t>
            </a:r>
            <a:endParaRPr lang="es-E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 smtClean="0"/>
              <a:t>Urban</a:t>
            </a:r>
            <a:endParaRPr lang="es-E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 smtClean="0"/>
              <a:t>Star</a:t>
            </a:r>
            <a:endParaRPr lang="es-ES" sz="2000" dirty="0"/>
          </a:p>
        </p:txBody>
      </p:sp>
      <p:sp>
        <p:nvSpPr>
          <p:cNvPr id="7" name="Rectángulo 6"/>
          <p:cNvSpPr/>
          <p:nvPr/>
        </p:nvSpPr>
        <p:spPr>
          <a:xfrm>
            <a:off x="5072240" y="1667967"/>
            <a:ext cx="24451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Terminados</a:t>
            </a:r>
            <a:endParaRPr lang="es-E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Unico </a:t>
            </a:r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Houze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Zentrum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In </a:t>
            </a:r>
            <a:r>
              <a:rPr lang="nl-NL" sz="2000" dirty="0"/>
              <a:t>1362 </a:t>
            </a:r>
            <a:r>
              <a:rPr lang="nl-NL" sz="2000" dirty="0" smtClean="0"/>
              <a:t>Molas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 smtClean="0"/>
              <a:t>Hit</a:t>
            </a:r>
            <a:endParaRPr lang="es-ES" sz="2000" dirty="0"/>
          </a:p>
        </p:txBody>
      </p:sp>
      <p:sp>
        <p:nvSpPr>
          <p:cNvPr id="9" name="Rectángulo 8"/>
          <p:cNvSpPr/>
          <p:nvPr/>
        </p:nvSpPr>
        <p:spPr>
          <a:xfrm>
            <a:off x="7709932" y="1667967"/>
            <a:ext cx="2550691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Nuevos Lanzamientos</a:t>
            </a:r>
          </a:p>
          <a:p>
            <a:endParaRPr lang="es-ES" sz="2000" b="1" dirty="0"/>
          </a:p>
          <a:p>
            <a:r>
              <a:rPr lang="es-ES" dirty="0" err="1"/>
              <a:t>Civis</a:t>
            </a:r>
            <a:r>
              <a:rPr lang="es-ES" dirty="0"/>
              <a:t> </a:t>
            </a:r>
            <a:r>
              <a:rPr lang="es-ES" dirty="0" err="1"/>
              <a:t>Aether</a:t>
            </a:r>
            <a:r>
              <a:rPr lang="es-ES" dirty="0"/>
              <a:t> </a:t>
            </a:r>
            <a:endParaRPr lang="es-ES" sz="2000" dirty="0"/>
          </a:p>
        </p:txBody>
      </p:sp>
      <p:sp>
        <p:nvSpPr>
          <p:cNvPr id="11" name="Rectángulo 10"/>
          <p:cNvSpPr/>
          <p:nvPr/>
        </p:nvSpPr>
        <p:spPr>
          <a:xfrm>
            <a:off x="5447666" y="4333250"/>
            <a:ext cx="54175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En cada uno de los proyectos vamos a colocar las tipologías, ubicaciones y </a:t>
            </a:r>
            <a:r>
              <a:rPr lang="es-ES" sz="2000" dirty="0" err="1" smtClean="0">
                <a:solidFill>
                  <a:srgbClr val="FF0000"/>
                </a:solidFill>
              </a:rPr>
              <a:t>amenities</a:t>
            </a:r>
            <a:r>
              <a:rPr lang="es-ES" sz="2000" dirty="0" smtClean="0">
                <a:solidFill>
                  <a:srgbClr val="FF0000"/>
                </a:solidFill>
              </a:rPr>
              <a:t> </a:t>
            </a:r>
          </a:p>
          <a:p>
            <a:pPr algn="ctr"/>
            <a:endParaRPr lang="es-ES" sz="2000" dirty="0" smtClean="0">
              <a:solidFill>
                <a:srgbClr val="FF0000"/>
              </a:solidFill>
            </a:endParaRPr>
          </a:p>
          <a:p>
            <a:pPr algn="ctr"/>
            <a:r>
              <a:rPr lang="es-ES" sz="2000" b="1" dirty="0" smtClean="0">
                <a:solidFill>
                  <a:srgbClr val="FF0000"/>
                </a:solidFill>
              </a:rPr>
              <a:t>(estos detalles vamos a preparar para pasarte)</a:t>
            </a:r>
          </a:p>
        </p:txBody>
      </p:sp>
    </p:spTree>
    <p:extLst>
      <p:ext uri="{BB962C8B-B14F-4D97-AF65-F5344CB8AC3E}">
        <p14:creationId xmlns:p14="http://schemas.microsoft.com/office/powerpoint/2010/main" val="326676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928133" y="867867"/>
            <a:ext cx="30371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3</a:t>
            </a:r>
            <a:r>
              <a:rPr lang="es-ES" sz="2000" b="1" dirty="0" smtClean="0"/>
              <a:t>. RENTALS CHOICE</a:t>
            </a:r>
          </a:p>
        </p:txBody>
      </p:sp>
      <p:sp>
        <p:nvSpPr>
          <p:cNvPr id="2" name="Rectángulo 1"/>
          <p:cNvSpPr/>
          <p:nvPr/>
        </p:nvSpPr>
        <p:spPr>
          <a:xfrm>
            <a:off x="928133" y="1862756"/>
            <a:ext cx="591353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E</a:t>
            </a:r>
            <a:r>
              <a:rPr lang="es-ES" sz="2000" dirty="0" smtClean="0"/>
              <a:t>s </a:t>
            </a:r>
            <a:r>
              <a:rPr lang="es-ES" sz="2000" dirty="0"/>
              <a:t>un servicio de administración </a:t>
            </a:r>
            <a:r>
              <a:rPr lang="es-ES" sz="2000" dirty="0" smtClean="0"/>
              <a:t>boutique, especializado </a:t>
            </a:r>
            <a:r>
              <a:rPr lang="es-ES" sz="2000" dirty="0"/>
              <a:t>en la gestión integral de departamentos en los barrios más exclusivos de la </a:t>
            </a:r>
            <a:r>
              <a:rPr lang="es-ES" sz="2000" dirty="0" smtClean="0"/>
              <a:t>ciudad</a:t>
            </a:r>
          </a:p>
          <a:p>
            <a:pPr algn="ctr"/>
            <a:endParaRPr lang="es-ES" sz="2000" dirty="0"/>
          </a:p>
          <a:p>
            <a:pPr algn="ctr"/>
            <a:r>
              <a:rPr lang="es-ES" sz="2000" dirty="0"/>
              <a:t>Nace para acompañar a los clientes que invirtieron en pozo y que hoy reciben las llaves de sus unidades, ayudándolos a ponerlas en funcionamiento dentro del mercado de rentas temporarias</a:t>
            </a:r>
          </a:p>
          <a:p>
            <a:pPr algn="ctr"/>
            <a:endParaRPr lang="es-ES" sz="2000" dirty="0"/>
          </a:p>
          <a:p>
            <a:pPr algn="ctr"/>
            <a:r>
              <a:rPr lang="es-ES" sz="2000" dirty="0"/>
              <a:t>De esta manera, CHOICE consolida un asesoramiento de principio a fin, brindando un servicio 100% integral y </a:t>
            </a:r>
            <a:r>
              <a:rPr lang="es-ES" sz="2000" dirty="0" smtClean="0"/>
              <a:t>personalizado</a:t>
            </a:r>
            <a:endParaRPr lang="es-ES" sz="20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24"/>
          <a:stretch/>
        </p:blipFill>
        <p:spPr>
          <a:xfrm rot="16200000">
            <a:off x="7328424" y="1425499"/>
            <a:ext cx="4238001" cy="3122738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8125470" y="5256154"/>
            <a:ext cx="26439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 smtClean="0"/>
              <a:t>Carlos Ayala</a:t>
            </a:r>
          </a:p>
          <a:p>
            <a:pPr algn="ctr"/>
            <a:r>
              <a:rPr lang="es-ES" sz="2000" dirty="0" err="1" smtClean="0"/>
              <a:t>Property</a:t>
            </a:r>
            <a:r>
              <a:rPr lang="es-ES" sz="2000" dirty="0" smtClean="0"/>
              <a:t> Management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(link a su WhatsApp)</a:t>
            </a: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0981744202</a:t>
            </a:r>
          </a:p>
        </p:txBody>
      </p:sp>
    </p:spTree>
    <p:extLst>
      <p:ext uri="{BB962C8B-B14F-4D97-AF65-F5344CB8AC3E}">
        <p14:creationId xmlns:p14="http://schemas.microsoft.com/office/powerpoint/2010/main" val="238067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928133" y="867867"/>
            <a:ext cx="30371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3</a:t>
            </a:r>
            <a:r>
              <a:rPr lang="es-ES" sz="2000" b="1" dirty="0" smtClean="0"/>
              <a:t>. RENTALS CHOICE</a:t>
            </a:r>
          </a:p>
        </p:txBody>
      </p:sp>
      <p:sp>
        <p:nvSpPr>
          <p:cNvPr id="4" name="Rectángulo 3"/>
          <p:cNvSpPr/>
          <p:nvPr/>
        </p:nvSpPr>
        <p:spPr>
          <a:xfrm>
            <a:off x="778331" y="1775932"/>
            <a:ext cx="8267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Comercializamos en las plataformas líderes mundiales</a:t>
            </a:r>
            <a:r>
              <a:rPr lang="es-ES" dirty="0" smtClean="0"/>
              <a:t>: </a:t>
            </a:r>
            <a:r>
              <a:rPr lang="es-ES" dirty="0" err="1" smtClean="0"/>
              <a:t>Airbnb</a:t>
            </a:r>
            <a:r>
              <a:rPr lang="es-ES" dirty="0" smtClean="0"/>
              <a:t> </a:t>
            </a:r>
            <a:r>
              <a:rPr lang="es-ES" dirty="0"/>
              <a:t>y </a:t>
            </a:r>
            <a:r>
              <a:rPr lang="es-ES" dirty="0" err="1" smtClean="0"/>
              <a:t>Booking</a:t>
            </a:r>
            <a:endParaRPr lang="es-ES" dirty="0" smtClean="0"/>
          </a:p>
          <a:p>
            <a:endParaRPr lang="es-ES" dirty="0"/>
          </a:p>
          <a:p>
            <a:r>
              <a:rPr lang="es-ES" dirty="0" smtClean="0"/>
              <a:t> Ofrecemos </a:t>
            </a:r>
            <a:r>
              <a:rPr lang="es-ES" dirty="0"/>
              <a:t>una cartera de propiedades categorizadas y cuidadas: </a:t>
            </a:r>
            <a:endParaRPr lang="es-ES" dirty="0" smtClean="0"/>
          </a:p>
          <a:p>
            <a:r>
              <a:rPr lang="es-ES" dirty="0" smtClean="0"/>
              <a:t>• </a:t>
            </a:r>
            <a:r>
              <a:rPr lang="es-ES" dirty="0" err="1"/>
              <a:t>Monoambientes</a:t>
            </a:r>
            <a:r>
              <a:rPr lang="es-ES" dirty="0"/>
              <a:t> </a:t>
            </a:r>
            <a:endParaRPr lang="es-ES" dirty="0" smtClean="0"/>
          </a:p>
          <a:p>
            <a:r>
              <a:rPr lang="es-ES" dirty="0" smtClean="0"/>
              <a:t>• </a:t>
            </a:r>
            <a:r>
              <a:rPr lang="es-ES" dirty="0"/>
              <a:t>1 Dormitorio </a:t>
            </a:r>
            <a:endParaRPr lang="es-ES" dirty="0" smtClean="0"/>
          </a:p>
          <a:p>
            <a:r>
              <a:rPr lang="es-ES" dirty="0" smtClean="0"/>
              <a:t>• </a:t>
            </a:r>
            <a:r>
              <a:rPr lang="es-ES" dirty="0"/>
              <a:t>2 Dormitorios </a:t>
            </a:r>
            <a:endParaRPr lang="es-ES" dirty="0" smtClean="0"/>
          </a:p>
          <a:p>
            <a:r>
              <a:rPr lang="es-ES" dirty="0" smtClean="0"/>
              <a:t>• </a:t>
            </a:r>
            <a:r>
              <a:rPr lang="es-ES" dirty="0"/>
              <a:t>Cochera(servicio adicional) </a:t>
            </a:r>
          </a:p>
          <a:p>
            <a:endParaRPr lang="es-ES" dirty="0" smtClean="0"/>
          </a:p>
          <a:p>
            <a:r>
              <a:rPr lang="es-ES" dirty="0" smtClean="0"/>
              <a:t>Aplicamos </a:t>
            </a:r>
            <a:r>
              <a:rPr lang="es-ES" dirty="0"/>
              <a:t>tarifas dinámicas para maximizar ingresos en temporada </a:t>
            </a:r>
            <a:r>
              <a:rPr lang="es-ES" dirty="0" smtClean="0"/>
              <a:t>alta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784" y="2151388"/>
            <a:ext cx="3503485" cy="183440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778331" y="4869210"/>
            <a:ext cx="8267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Servicio Integral de Gestión Operativa </a:t>
            </a:r>
          </a:p>
          <a:p>
            <a:r>
              <a:rPr lang="es-ES" dirty="0" smtClean="0"/>
              <a:t>Gestión Financiara totalmente transparente </a:t>
            </a:r>
          </a:p>
          <a:p>
            <a:r>
              <a:rPr lang="es-ES" dirty="0" smtClean="0"/>
              <a:t>Equipamientos y Comercialización </a:t>
            </a:r>
          </a:p>
          <a:p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40442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928133" y="867867"/>
            <a:ext cx="30371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3</a:t>
            </a:r>
            <a:r>
              <a:rPr lang="es-ES" sz="2000" b="1" dirty="0" smtClean="0"/>
              <a:t>. RENTALS CHOICE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166" y="1625147"/>
            <a:ext cx="8721718" cy="387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928133" y="867867"/>
            <a:ext cx="30371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/>
              <a:t>4. CONTACTO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851211" y="1797441"/>
            <a:ext cx="862404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dirty="0" smtClean="0"/>
              <a:t>Ubicación de oficina </a:t>
            </a:r>
            <a:r>
              <a:rPr lang="es-ES" sz="2000" dirty="0" smtClean="0">
                <a:solidFill>
                  <a:srgbClr val="FF0000"/>
                </a:solidFill>
              </a:rPr>
              <a:t>(ya te pase al WhatsApp)</a:t>
            </a:r>
          </a:p>
          <a:p>
            <a:pPr algn="ctr"/>
            <a:endParaRPr lang="es-ES" sz="2000" dirty="0">
              <a:solidFill>
                <a:srgbClr val="FF0000"/>
              </a:solidFill>
            </a:endParaRPr>
          </a:p>
          <a:p>
            <a:pPr algn="ctr"/>
            <a:r>
              <a:rPr lang="es-ES" sz="2000" dirty="0"/>
              <a:t>Link INSTAGRAM </a:t>
            </a:r>
            <a:r>
              <a:rPr lang="es-ES" sz="2000" dirty="0">
                <a:solidFill>
                  <a:srgbClr val="FF0000"/>
                </a:solidFill>
                <a:hlinkClick r:id="rId3"/>
              </a:rPr>
              <a:t>https://www.instagram.com/choiceparaguay</a:t>
            </a:r>
            <a:r>
              <a:rPr lang="es-ES" sz="2000" dirty="0" smtClean="0">
                <a:solidFill>
                  <a:srgbClr val="FF0000"/>
                </a:solidFill>
                <a:hlinkClick r:id="rId3"/>
              </a:rPr>
              <a:t>/</a:t>
            </a:r>
            <a:endParaRPr lang="es-ES" sz="2000" dirty="0" smtClean="0">
              <a:solidFill>
                <a:srgbClr val="FF0000"/>
              </a:solidFill>
            </a:endParaRPr>
          </a:p>
          <a:p>
            <a:pPr algn="ctr"/>
            <a:endParaRPr lang="es-ES" sz="2000" dirty="0" smtClean="0">
              <a:solidFill>
                <a:srgbClr val="FF0000"/>
              </a:solidFill>
            </a:endParaRPr>
          </a:p>
          <a:p>
            <a:pPr algn="ctr"/>
            <a:r>
              <a:rPr lang="es-ES" sz="2000" dirty="0" smtClean="0">
                <a:solidFill>
                  <a:srgbClr val="FF0000"/>
                </a:solidFill>
              </a:rPr>
              <a:t>WhatsApp </a:t>
            </a:r>
            <a:r>
              <a:rPr lang="es-ES" sz="2000" dirty="0">
                <a:solidFill>
                  <a:srgbClr val="FF0000"/>
                </a:solidFill>
              </a:rPr>
              <a:t>(link a su </a:t>
            </a:r>
            <a:r>
              <a:rPr lang="es-ES" sz="2000" dirty="0" smtClean="0">
                <a:solidFill>
                  <a:srgbClr val="FF0000"/>
                </a:solidFill>
              </a:rPr>
              <a:t>WhatsApp) 0985429202</a:t>
            </a:r>
            <a:endParaRPr lang="es-ES" sz="2000" dirty="0">
              <a:solidFill>
                <a:srgbClr val="FF0000"/>
              </a:solidFill>
            </a:endParaRPr>
          </a:p>
          <a:p>
            <a:pPr algn="ctr"/>
            <a:endParaRPr lang="es-ES" sz="2000" dirty="0" smtClean="0">
              <a:solidFill>
                <a:srgbClr val="FF0000"/>
              </a:solidFill>
            </a:endParaRPr>
          </a:p>
          <a:p>
            <a:pPr algn="ctr"/>
            <a:endParaRPr lang="es-ES" sz="2000" dirty="0">
              <a:solidFill>
                <a:srgbClr val="FF0000"/>
              </a:solidFill>
            </a:endParaRPr>
          </a:p>
          <a:p>
            <a:pPr algn="ctr"/>
            <a:endParaRPr lang="es-ES" sz="2000" dirty="0">
              <a:solidFill>
                <a:srgbClr val="FF0000"/>
              </a:solidFill>
            </a:endParaRPr>
          </a:p>
          <a:p>
            <a:pPr algn="ctr"/>
            <a:r>
              <a:rPr lang="es-ES" sz="2000" b="1" dirty="0" smtClean="0">
                <a:solidFill>
                  <a:srgbClr val="FF0000"/>
                </a:solidFill>
              </a:rPr>
              <a:t>Consulta: el correo de dominio choiceparaguay.com podemos agregar también acá porfa (y pasarle a </a:t>
            </a:r>
            <a:r>
              <a:rPr lang="es-ES" sz="2000" b="1" dirty="0" err="1" smtClean="0">
                <a:solidFill>
                  <a:srgbClr val="FF0000"/>
                </a:solidFill>
              </a:rPr>
              <a:t>Sole</a:t>
            </a:r>
            <a:r>
              <a:rPr lang="es-ES" sz="2000" b="1" dirty="0" smtClean="0">
                <a:solidFill>
                  <a:srgbClr val="FF0000"/>
                </a:solidFill>
              </a:rPr>
              <a:t> para que tenga a mano)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1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484</Words>
  <Application>Microsoft Office PowerPoint</Application>
  <PresentationFormat>Panorámica</PresentationFormat>
  <Paragraphs>99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Pame</dc:creator>
  <cp:lastModifiedBy>Tania Gimenez</cp:lastModifiedBy>
  <cp:revision>43</cp:revision>
  <dcterms:created xsi:type="dcterms:W3CDTF">2025-04-27T22:25:38Z</dcterms:created>
  <dcterms:modified xsi:type="dcterms:W3CDTF">2026-01-15T02:19:45Z</dcterms:modified>
</cp:coreProperties>
</file>